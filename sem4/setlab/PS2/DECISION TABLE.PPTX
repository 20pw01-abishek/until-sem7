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0"/>
            <a:ext cx="7315200" cy="762000"/>
          </a:xfrm>
        </p:spPr>
        <p:txBody>
          <a:bodyPr/>
          <a:lstStyle/>
          <a:p>
            <a:r>
              <a:rPr lang="en-US" dirty="0"/>
              <a:t>Program flow </a:t>
            </a:r>
            <a:r>
              <a:rPr lang="en-US" dirty="0" smtClean="0"/>
              <a:t>chart</a:t>
            </a: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838200"/>
            <a:ext cx="7315200" cy="4343400"/>
          </a:xfrm>
        </p:spPr>
        <p:txBody>
          <a:bodyPr/>
          <a:lstStyle/>
          <a:p>
            <a:endParaRPr lang="en-US" sz="2400" dirty="0"/>
          </a:p>
          <a:p>
            <a:pPr algn="ctr">
              <a:buFontTx/>
              <a:buNone/>
            </a:pPr>
            <a:endParaRPr lang="en-US" dirty="0">
              <a:solidFill>
                <a:srgbClr val="FF9933"/>
              </a:solidFill>
            </a:endParaRPr>
          </a:p>
        </p:txBody>
      </p:sp>
      <p:pic>
        <p:nvPicPr>
          <p:cNvPr id="36868" name="Picture 4" descr="Ch 3Slide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762000"/>
            <a:ext cx="8534400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0"/>
            <a:ext cx="7315200" cy="762000"/>
          </a:xfrm>
        </p:spPr>
        <p:txBody>
          <a:bodyPr/>
          <a:lstStyle/>
          <a:p>
            <a:r>
              <a:rPr lang="en-US" dirty="0"/>
              <a:t>Decision tables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610600" cy="5562600"/>
          </a:xfrm>
        </p:spPr>
        <p:txBody>
          <a:bodyPr/>
          <a:lstStyle/>
          <a:p>
            <a:r>
              <a:rPr lang="en-US" sz="2800" dirty="0"/>
              <a:t>The decision table tells us the following:</a:t>
            </a:r>
          </a:p>
          <a:p>
            <a:pPr>
              <a:lnSpc>
                <a:spcPct val="0"/>
              </a:lnSpc>
            </a:pPr>
            <a:endParaRPr lang="en-US" sz="2800" dirty="0"/>
          </a:p>
          <a:p>
            <a:pPr lvl="1"/>
            <a:r>
              <a:rPr lang="en-US" b="1" dirty="0"/>
              <a:t>if stock is not available and floor stock is not being sold, collect 10% advance</a:t>
            </a:r>
          </a:p>
          <a:p>
            <a:pPr lvl="1"/>
            <a:r>
              <a:rPr lang="en-US" b="1" dirty="0"/>
              <a:t>if stock is available but delivery is not within three days, collect 10% advance</a:t>
            </a:r>
          </a:p>
          <a:p>
            <a:pPr lvl="1"/>
            <a:r>
              <a:rPr lang="en-US" b="1" dirty="0"/>
              <a:t>if stock is available and delivery within three days, collect full value of sale</a:t>
            </a:r>
          </a:p>
          <a:p>
            <a:pPr lvl="1"/>
            <a:r>
              <a:rPr lang="en-US" b="1" dirty="0"/>
              <a:t>if stock is not available but floor stock is being sold within three days, collect full value of sale</a:t>
            </a:r>
          </a:p>
          <a:p>
            <a:pPr lvl="1"/>
            <a:r>
              <a:rPr lang="en-US" b="1" dirty="0"/>
              <a:t>if stock is not available but floor stock is being sold after three days, collect 10% advance</a:t>
            </a:r>
          </a:p>
          <a:p>
            <a:pPr>
              <a:buFontTx/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-152400"/>
            <a:ext cx="73152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762000"/>
            <a:ext cx="7315200" cy="4343400"/>
          </a:xfrm>
        </p:spPr>
        <p:txBody>
          <a:bodyPr/>
          <a:lstStyle/>
          <a:p>
            <a:pPr algn="ctr">
              <a:buFontTx/>
              <a:buNone/>
            </a:pPr>
            <a:endParaRPr lang="en-US" dirty="0">
              <a:solidFill>
                <a:srgbClr val="FF9933"/>
              </a:solidFill>
            </a:endParaRPr>
          </a:p>
        </p:txBody>
      </p:sp>
      <p:pic>
        <p:nvPicPr>
          <p:cNvPr id="37892" name="Picture 4" descr="Ch 3Slid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838200"/>
            <a:ext cx="83058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102</Words>
  <Application>Microsoft Office PowerPoint</Application>
  <PresentationFormat>On-screen Show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Program flow chart</vt:lpstr>
      <vt:lpstr>Decision tables</vt:lpstr>
      <vt:lpstr>Decision table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C1355</cp:lastModifiedBy>
  <cp:revision>14</cp:revision>
  <dcterms:created xsi:type="dcterms:W3CDTF">2006-08-16T00:00:00Z</dcterms:created>
  <dcterms:modified xsi:type="dcterms:W3CDTF">2021-12-27T06:19:13Z</dcterms:modified>
</cp:coreProperties>
</file>